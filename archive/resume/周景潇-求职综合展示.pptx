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周景潇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9184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AI Agent 开发 / 后端系统开发 / 智能体平台研发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114800"/>
            <a:ext cx="21332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5720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Microsoft YaHei"/>
              </a:defRPr>
            </a:pPr>
            <a:r>
              <a:t>甘肃农业大学 · 数据科学与大数据技术 · 本科 2027 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292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Microsoft YaHei"/>
              </a:defRPr>
            </a:pPr>
            <a:r>
              <a:t>📞 13626566112  ·  ✉ 2241470466@qq.com  ·  🔗 github.com/juice094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Microsoft YaHei"/>
              </a:defRPr>
            </a:pPr>
            <a:r>
              <a:t>个人简介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独立用 Rust 构建生产级系统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2E"/>
                </a:solidFill>
                <a:latin typeface="Microsoft YaHei"/>
              </a:defRPr>
            </a:pPr>
            <a:r>
              <a:t>独立用 Rust 从零构建过三个系统级项目：跨设备保持一致的本地 AI Agent、无需云盘的 P2P 文件同步工具、面向开发者的 AI 知识库。</a:t>
            </a:r>
            <a:br/>
            <a:br/>
            <a:r>
              <a:t>熟悉异步服务、嵌入式存储、网络协议和跨平台 UI，工程上追求零警告、零 panic、可单二进制分发。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320040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Rust 主力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4572000"/>
            <a:ext cx="320040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AI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572000"/>
            <a:ext cx="320040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MCP 协议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394960"/>
            <a:ext cx="320040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P2P 网络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5394960"/>
            <a:ext cx="320040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RAG 检索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5394960"/>
            <a:ext cx="320040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零 panic 工程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Microsoft YaHei"/>
              </a:defRPr>
            </a:pPr>
            <a:r>
              <a:t>技术能力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主要用 Rust 写系统级软件，Python 做数据分析与实验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A1A2E"/>
                </a:solidFill>
                <a:latin typeface="Microsoft YaHei"/>
              </a:defRPr>
            </a:pPr>
            <a:r>
              <a:t>异步与网络：Tokio、Axum、Tower、reqwest、WebSocket、rustls</a:t>
            </a:r>
          </a:p>
          <a:p>
            <a:pPr>
              <a:spcAft>
                <a:spcPts val="1000"/>
              </a:spcAft>
              <a:defRPr sz="1900">
                <a:solidFill>
                  <a:srgbClr val="1A1A2E"/>
                </a:solidFill>
                <a:latin typeface="Microsoft YaHei"/>
              </a:defRPr>
            </a:pPr>
            <a:r>
              <a:t>存储与检索：SQLite、rusqlite、Tantivy、BM25、embedding 向量搜索</a:t>
            </a:r>
          </a:p>
          <a:p>
            <a:pPr>
              <a:spcAft>
                <a:spcPts val="1000"/>
              </a:spcAft>
              <a:defRPr sz="1900">
                <a:solidFill>
                  <a:srgbClr val="1A1A2E"/>
                </a:solidFill>
                <a:latin typeface="Microsoft YaHei"/>
              </a:defRPr>
            </a:pPr>
            <a:r>
              <a:t>AI Agent：ReAct / Plan 双模式、MCP 协议、Multi-Agent 编排、RAG 检索增强</a:t>
            </a:r>
          </a:p>
          <a:p>
            <a:pPr>
              <a:spcAft>
                <a:spcPts val="1000"/>
              </a:spcAft>
              <a:defRPr sz="1900">
                <a:solidFill>
                  <a:srgbClr val="1A1A2E"/>
                </a:solidFill>
                <a:latin typeface="Microsoft YaHei"/>
              </a:defRPr>
            </a:pPr>
            <a:r>
              <a:t>分布式与 P2P：BEP 协议、STUN、UPnP、Relay、NAT 穿透</a:t>
            </a:r>
          </a:p>
          <a:p>
            <a:pPr>
              <a:spcAft>
                <a:spcPts val="1000"/>
              </a:spcAft>
              <a:defRPr sz="1900">
                <a:solidFill>
                  <a:srgbClr val="1A1A2E"/>
                </a:solidFill>
                <a:latin typeface="Microsoft YaHei"/>
              </a:defRPr>
            </a:pPr>
            <a:r>
              <a:t>跨平台 UI：egui、ratatui、UniFFI</a:t>
            </a:r>
          </a:p>
          <a:p>
            <a:pPr>
              <a:spcAft>
                <a:spcPts val="1000"/>
              </a:spcAft>
              <a:defRPr sz="1900">
                <a:solidFill>
                  <a:srgbClr val="1A1A2E"/>
                </a:solidFill>
                <a:latin typeface="Microsoft YaHei"/>
              </a:defRPr>
            </a:pPr>
            <a:r>
              <a:t>安全：ChaCha20-Poly1305、TLS 1.3、自签名设备证书</a:t>
            </a:r>
          </a:p>
          <a:p>
            <a:pPr>
              <a:spcAft>
                <a:spcPts val="1000"/>
              </a:spcAft>
              <a:defRPr sz="1900">
                <a:solidFill>
                  <a:srgbClr val="1A1A2E"/>
                </a:solidFill>
                <a:latin typeface="Microsoft YaHei"/>
              </a:defRPr>
            </a:pPr>
            <a:r>
              <a:t>工程化：Cargo Workspace、GitHub Actions、Clippy、tracing、criterion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Microsoft YaHei"/>
              </a:defRPr>
            </a:pPr>
            <a:r>
              <a:t>项目经历：Clarity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让 AI 助手跨设备保持一致人格的本地 Agent 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Rust · 21 workspace crate · ~150K LOC · 测试全绿 · 零 panic · 2026.04 — 至今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A1A2E"/>
                </a:solidFill>
                <a:latin typeface="Microsoft YaHei"/>
              </a:defRPr>
            </a:pPr>
            <a:r>
              <a:t>本地优先的 AI Agent 运行时：ReAct + Plan 双模式执行，步骤遗漏率从约 40% 降到接近零</a:t>
            </a:r>
          </a:p>
          <a:p>
            <a:pPr>
              <a:spcAft>
                <a:spcPts val="1000"/>
              </a:spcAft>
              <a:defRPr sz="1900">
                <a:solidFill>
                  <a:srgbClr val="1A1A2E"/>
                </a:solidFill>
                <a:latin typeface="Microsoft YaHei"/>
              </a:defRPr>
            </a:pPr>
            <a:r>
              <a:t>MCP 工具协议三传输实现（stdio / SSE / WebSocket），LLM 可调本地文件、搜索、shell 等能力</a:t>
            </a:r>
          </a:p>
          <a:p>
            <a:pPr>
              <a:spcAft>
                <a:spcPts val="1000"/>
              </a:spcAft>
              <a:defRPr sz="1900">
                <a:solidFill>
                  <a:srgbClr val="1A1A2E"/>
                </a:solidFill>
                <a:latin typeface="Microsoft YaHei"/>
              </a:defRPr>
            </a:pPr>
            <a:r>
              <a:t>SQLite 单文件混合记忆检索：手写向量相似度 UDF + BM25 关键词检索，零外部向量数据库依赖</a:t>
            </a:r>
          </a:p>
          <a:p>
            <a:pPr>
              <a:spcAft>
                <a:spcPts val="1000"/>
              </a:spcAft>
              <a:defRPr sz="1900">
                <a:solidFill>
                  <a:srgbClr val="1A1A2E"/>
                </a:solidFill>
                <a:latin typeface="Microsoft YaHei"/>
              </a:defRPr>
            </a:pPr>
            <a:r>
              <a:t>桌面 GUI（egui）、终端 UI（ratatui）、后台服务、移动端 FFI（UniFFI）共享同一 Agent 内核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Microsoft YaHei"/>
              </a:defRPr>
            </a:pPr>
            <a:r>
              <a:t>项目经历：syncthing-rust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无需云盘的 P2P 文件同步工具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Rust · 9 library crate + 5 命令二进制 · 413 tests · ~16 MB 单二进制 · 2025.11 — 至今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A1A2E"/>
                </a:solidFill>
                <a:latin typeface="Microsoft YaHei"/>
              </a:defRPr>
            </a:pPr>
            <a:r>
              <a:t>从零实现 Syncthing BEP 协议，protobuf 编解码，wire_compat 集成测试验证与 Go 版线路兼容</a:t>
            </a:r>
          </a:p>
          <a:p>
            <a:pPr>
              <a:spcAft>
                <a:spcPts val="1000"/>
              </a:spcAft>
              <a:defRPr sz="1900">
                <a:solidFill>
                  <a:srgbClr val="1A1A2E"/>
                </a:solidFill>
                <a:latin typeface="Microsoft YaHei"/>
              </a:defRPr>
            </a:pPr>
            <a:r>
              <a:t>多路径 NAT 穿透：UDP 本地广播、全球发现、STUN、UPnP、Relay 中继回退</a:t>
            </a:r>
          </a:p>
          <a:p>
            <a:pPr>
              <a:spcAft>
                <a:spcPts val="1000"/>
              </a:spcAft>
              <a:defRPr sz="1900">
                <a:solidFill>
                  <a:srgbClr val="1A1A2E"/>
                </a:solidFill>
                <a:latin typeface="Microsoft YaHei"/>
              </a:defRPr>
            </a:pPr>
            <a:r>
              <a:t>块级文件同步 + Windows 句柄冲突退避 + 三路文本合并 + Simple/Staggered 版本归档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Microsoft YaHei"/>
              </a:defRPr>
            </a:pPr>
            <a:r>
              <a:t>项目经历：devbase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把代码和笔记编译成 AI 能理解的上下文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Rust · 12 workspace crate + 主 crate · ~59K LOC · 81 MCP 工具 · 2026.01 — 至今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A1A2E"/>
                </a:solidFill>
                <a:latin typeface="Microsoft YaHei"/>
              </a:defRPr>
            </a:pPr>
            <a:r>
              <a:t>通过 MCP 协议暴露 81 个 stdio 工具，覆盖代码符号检索、Git 分析、笔记搜索、YAML 工作流执行</a:t>
            </a:r>
          </a:p>
          <a:p>
            <a:pPr>
              <a:spcAft>
                <a:spcPts val="1000"/>
              </a:spcAft>
              <a:defRPr sz="1900">
                <a:solidFill>
                  <a:srgbClr val="1A1A2E"/>
                </a:solidFill>
                <a:latin typeface="Microsoft YaHei"/>
              </a:defRPr>
            </a:pPr>
            <a:r>
              <a:t>零云端依赖语义检索：Tantivy 全文/符号索引 + SQLite BLOB 存 embedding + 手写 cosine_similarity UDF</a:t>
            </a:r>
          </a:p>
          <a:p>
            <a:pPr>
              <a:spcAft>
                <a:spcPts val="1000"/>
              </a:spcAft>
              <a:defRPr sz="1900">
                <a:solidFill>
                  <a:srgbClr val="1A1A2E"/>
                </a:solidFill>
                <a:latin typeface="Microsoft YaHei"/>
              </a:defRPr>
            </a:pPr>
            <a:r>
              <a:t>YAML DAG 工作流引擎：支持 Skill、子工作流、并行、条件判断、循环 5 种步骤类型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Microsoft YaHei"/>
              </a:defRPr>
            </a:pPr>
            <a:r>
              <a:t>研究经历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检索增强生成中输出结构的实证研究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2E"/>
                </a:solidFill>
                <a:latin typeface="Microsoft YaHei"/>
              </a:defRPr>
            </a:pPr>
            <a:r>
              <a:t>围绕 RAG 系统中“输出格式如何影响内容质量”设计受控实验：40 个实验条件、3000+ 样本、跨 4 种模型架构验证。论文撰写中。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563EB"/>
                </a:solidFill>
                <a:latin typeface="Microsoft YaHei"/>
              </a:defRPr>
            </a:pPr>
            <a:r>
              <a:t>github.com/juice094/acr-select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563EB"/>
                </a:solidFill>
                <a:latin typeface="Microsoft YaHei"/>
              </a:defRPr>
            </a:pPr>
            <a: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94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实验条件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4754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563EB"/>
                </a:solidFill>
                <a:latin typeface="Microsoft YaHei"/>
              </a:defRPr>
            </a:pPr>
            <a:r>
              <a:t>3000+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5394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样本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4754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563EB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5394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模型架构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期待加入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6517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563EB"/>
                </a:solidFill>
                <a:latin typeface="Microsoft YaHei"/>
              </a:defRPr>
            </a:pPr>
            <a:r>
              <a:t>AI Agent 开发 / 后端系统开发 / 智能体平台研发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57600"/>
            <a:ext cx="76196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  <a:r>
              <a:t>认证：AI 应用工程师（中级）— 工业和信息化部认证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  <a:r>
              <a:t>语言：日语专业四级（CJT-4）· 大学英语四级（CET-4）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  <a:r>
              <a:t>到岗时间：2026.07；可实习 3–6 个月，每周 5 天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Microsoft YaHei"/>
              </a:defRPr>
            </a:pPr>
            <a:r>
              <a:t>公网可访问：Clarity Web 前端（Vercel）、syncthing-rust P2P 节点（日本 VPS）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