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9601200" y="0"/>
            <a:ext cx="2590495" cy="22860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周景潇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883664" cy="347472"/>
          </a:xfrm>
          <a:prstGeom prst="roundRect">
            <a:avLst>
              <a:gd name="adj" fmla="val 10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Agent 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63240"/>
            <a:ext cx="1152144" cy="347472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后端系统开发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063240"/>
            <a:ext cx="1298448" cy="347472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智能体平台研发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Microsoft YaHei"/>
              </a:defRPr>
            </a:pPr>
            <a:r>
              <a:t>用 Rust 构建本地优先、零外部依赖的 AI Agent 系统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03520"/>
            <a:ext cx="73152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甘肃农业大学 · 数据科学与大数据技术 · 本科 2027 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个人定位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Microsoft YaHei"/>
              </a:defRPr>
            </a:pPr>
            <a:r>
              <a:t>独立用 Rust 从零构建过三个系统级项目，覆盖 AI Agent 运行时、P2P 文件同步、开发者知识库。</a:t>
            </a:r>
            <a:br/>
            <a:br/>
            <a:r>
              <a:t>熟悉异步服务、嵌入式存储、网络协议和跨平台 UI，工程上追求零警告、零 panic、可单二进制分发。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production-grade Rust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独立系统级项目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00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44+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across all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unwrap / expect / panic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生产 panic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异步与网络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Tokio · Axum · Tower</a:t>
            </a:r>
            <a:br/>
            <a:r>
              <a:t>reqwest · WebSocket · rustls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ReAct / Plan 双模式</a:t>
            </a:r>
            <a:br/>
            <a:r>
              <a:t>MCP 协议 · Multi-Agent</a:t>
            </a:r>
            <a:br/>
            <a:r>
              <a:t>RAG 检索增强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存储与检索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SQLite · rusqlite</a:t>
            </a:r>
            <a:br/>
            <a:r>
              <a:t>Tantivy · BM25</a:t>
            </a:r>
            <a:br/>
            <a:r>
              <a:t>embedding 向量搜索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分布式与 P2P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BEP 协议 · STUN</a:t>
            </a:r>
            <a:br/>
            <a:r>
              <a:t>UPnP · Relay</a:t>
            </a:r>
            <a:br/>
            <a:r>
              <a:t>NAT 穿透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跨平台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egui · ratatui</a:t>
            </a:r>
            <a:br/>
            <a:r>
              <a:t>UniFFI · 移动端 FFI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安全与工程化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ChaCha20-Poly1305</a:t>
            </a:r>
            <a:br/>
            <a:r>
              <a:t>TLS 1.3 · Cargo Workspace</a:t>
            </a:r>
            <a:br/>
            <a:r>
              <a:t>GitHub Actions · Clippy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让 AI 助手跨设备保持一致人格的本地 Agent 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548640"/>
            <a:ext cx="914400" cy="347472"/>
          </a:xfrm>
          <a:prstGeom prst="roundRect">
            <a:avLst>
              <a:gd name="adj" fmla="val 10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150K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行 Rust 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生产 panic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828800"/>
            <a:ext cx="7589520" cy="43891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01168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023360" y="246888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9CA3AF"/>
                </a:solidFill>
                <a:latin typeface="Microsoft YaHei"/>
              </a:defRPr>
            </a:pPr>
            <a:r>
              <a:t>本地优先的 AI Agent 运行时，让同一个 AI 身份在手机、电脑、服务器上保持一致。</a:t>
            </a:r>
            <a:br/>
            <a:br/>
            <a:r>
              <a:t>• ReAct + Plan 双模式执行，步骤遗漏率从约 40% 降到接近零</a:t>
            </a:r>
            <a:br/>
            <a:r>
              <a:t>• MCP 工具协议三传输实现（stdio / SSE / WebSocket）</a:t>
            </a:r>
            <a:br/>
            <a:r>
              <a:t>• SQLite 单文件混合记忆检索：手写向量 UDF + BM25</a:t>
            </a:r>
            <a:br/>
            <a:r>
              <a:t>• 桌面 GUI / 终端 UI / 后台服务 / 移动端 FFI 共享同一内核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Microsoft YaHei"/>
              </a:defRPr>
            </a:pPr>
            <a:r>
              <a:t>github.com/juice094/clarity · 2026.04 — 至今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syncthing-rust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无需云盘的 P2P 文件同步工具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E422B"/>
                </a:solidFill>
                <a:latin typeface="Microsoft YaHei"/>
              </a:defRPr>
            </a:pPr>
            <a:r>
              <a:t>9+5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lib + bin crates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E422B"/>
                </a:solidFill>
                <a:latin typeface="Microsoft YaHei"/>
              </a:defRPr>
            </a:pPr>
            <a:r>
              <a:t>413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测试通过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E422B"/>
                </a:solidFill>
                <a:latin typeface="Microsoft YaHei"/>
              </a:defRPr>
            </a:pPr>
            <a:r>
              <a:t>16MB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单二进制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698480" cy="25400"/>
          </a:xfrm>
          <a:prstGeom prst="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274320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9CA3AF"/>
                </a:solidFill>
                <a:latin typeface="Microsoft YaHei"/>
              </a:defRPr>
            </a:pPr>
            <a:r>
              <a:t>官方 Go 版 Syncthing 的 Rust 重写，让多台设备直接互联同步文件。</a:t>
            </a:r>
            <a:br/>
            <a:br/>
            <a:r>
              <a:t>• 从零实现 BEP 协议，wire_compat 验证与 Go 版线路兼容</a:t>
            </a:r>
            <a:br/>
            <a:r>
              <a:t>• 多路径 NAT 穿透：UDP 广播 / STUN / UPnP / Relay</a:t>
            </a:r>
            <a:br/>
            <a:r>
              <a:t>• 块级同步 + Windows 句柄冲突退避 + 三路文本合并 + 版本归档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Microsoft YaHei"/>
              </a:defRPr>
            </a:pPr>
            <a:r>
              <a:t>github.com/juice094/syncthing-rust · 2025.11 — 至今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devbase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把代码和笔记编译成 AI 能理解的上下文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66160" cy="34747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E422B"/>
                </a:solidFill>
                <a:latin typeface="Microsoft YaHei"/>
              </a:defRPr>
            </a:pPr>
            <a: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MCP stdio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覆盖代码检索、Git 分析、笔记搜索、YAML 工作流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566160" cy="34747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云端向量数据库依赖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Tantivy + SQLite BLOB + 手写 cosine_similarity UDF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566160" cy="34747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E422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工作流步骤类型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Skill / 子工作流 / 并行 / 条件判断 / 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Microsoft YaHei"/>
              </a:defRPr>
            </a:pPr>
            <a:r>
              <a:t>github.com/juice094/devbase · 2026.01 — 至今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研究经历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检索增强生成中输出结构的实证研究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Microsoft YaHei"/>
              </a:defRPr>
            </a:pPr>
            <a:r>
              <a:t>github.com/juice094/acr-select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围绕 RAG 系统中“输出格式如何影响内容质量”设计受控实验，量化评估输出结构与检索配置的交互效应。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E422B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实验条件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E422B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E422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模型架构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期待与你一起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E422B"/>
                </a:solidFill>
                <a:latin typeface="Microsoft YaHei"/>
              </a:defRPr>
            </a:pPr>
            <a:r>
              <a:t>构建下一代 AI Agent 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7695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到岗时间：2026.07  ·  可实习 3–6 个月，每周 5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