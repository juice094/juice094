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0880000">
            <a:off x="9875520" y="-457200"/>
            <a:ext cx="2743200" cy="256032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Microsoft YaHei"/>
              </a:defRPr>
            </a:pPr>
            <a:r>
              <a:t>周景潇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63240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09981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AI Agent 开发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3063240"/>
            <a:ext cx="1097280" cy="347472"/>
          </a:xfrm>
          <a:prstGeom prst="roundRect">
            <a:avLst>
              <a:gd name="adj" fmla="val 8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30998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后端系统开发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3063240"/>
            <a:ext cx="1234440" cy="347472"/>
          </a:xfrm>
          <a:prstGeom prst="roundRect">
            <a:avLst>
              <a:gd name="adj" fmla="val 8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3099816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智能体平台研发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94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CA3AF"/>
                </a:solidFill>
                <a:latin typeface="Microsoft YaHei"/>
              </a:defRPr>
            </a:pPr>
            <a:r>
              <a:t>大三学生，用 Rust 独立做了三个系统级项目，专注本地优先和零依赖部署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212080"/>
            <a:ext cx="7315200" cy="127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394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Microsoft YaHei"/>
              </a:defRPr>
            </a:pPr>
            <a:r>
              <a:t>甘肃农业大学 · 数据科学与大数据技术 · 本科 2027 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Microsoft YaHei"/>
              </a:defRPr>
            </a:pPr>
            <a:r>
              <a:t>13626566112  ·  2241470466@qq.com  ·  github.com/juice094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我是谁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371600" cy="3810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858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1D5DB"/>
                </a:solidFill>
                <a:latin typeface="Microsoft YaHei"/>
              </a:defRPr>
            </a:pPr>
            <a:r>
              <a:t>我主要用 Rust 写系统级软件。过去一年独立做了三个项目：一个跨设备保持一致的本地 AI Agent、一个不需要云盘的 P2P 文件同步工具、一个把代码和笔记整理成 AI 能直接用的上下文的知识库。</a:t>
            </a:r>
            <a:br/>
            <a:br/>
            <a:r>
              <a:t>我的工程习惯是：能本地跑就不依赖外部服务，能单二进制分发就不堆容器，生产代码里不写 unwrap。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645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CE422B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Microsoft YaHei"/>
              </a:defRPr>
            </a:pPr>
            <a:r>
              <a:t>独立项目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32004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CE422B"/>
                </a:solidFill>
                <a:latin typeface="Microsoft YaHei"/>
              </a:defRPr>
            </a:pPr>
            <a:r>
              <a:t>40+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3886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Microsoft YaHei"/>
              </a:defRPr>
            </a:pPr>
            <a:r>
              <a:t>workspace crates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4754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CE422B"/>
                </a:solidFill>
                <a:latin typeface="Microsoft YaHei"/>
              </a:defRPr>
            </a:pPr>
            <a: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5440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Microsoft YaHei"/>
              </a:defRPr>
            </a:pPr>
            <a:r>
              <a:t>生产 panic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我做项目遵循的思路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743200" cy="3810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566160" cy="4206240"/>
          </a:xfrm>
          <a:prstGeom prst="roundRect">
            <a:avLst>
              <a:gd name="adj" fmla="val 8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737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本地优先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4688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1D5DB"/>
                </a:solidFill>
                <a:latin typeface="Microsoft YaHei"/>
              </a:defRPr>
            </a:pPr>
            <a:r>
              <a:t>用户数据留在自己设备上，推理和记忆也尽量本地完成，减少对外部 API 和数据库的依赖。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429768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例子：Clarity 用 SQLite 存记忆，devbase 用 Tantivy 做本地搜索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554480"/>
            <a:ext cx="3566160" cy="4206240"/>
          </a:xfrm>
          <a:prstGeom prst="roundRect">
            <a:avLst>
              <a:gd name="adj" fmla="val 8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737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零外部依赖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1D5DB"/>
                </a:solidFill>
                <a:latin typeface="Microsoft YaHei"/>
              </a:defRPr>
            </a:pPr>
            <a:r>
              <a:t>一个可执行文件就能跑，不强迫用户装 Python、Node.js 或向量数据库。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29768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例子：devbase 部署从 4 步降到 1 步，Clarity cargo install 即可运行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554480"/>
            <a:ext cx="3566160" cy="4206240"/>
          </a:xfrm>
          <a:prstGeom prst="roundRect">
            <a:avLst>
              <a:gd name="adj" fmla="val 8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9" y="1737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纯 Rust 全栈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4688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1D5DB"/>
                </a:solidFill>
                <a:latin typeface="Microsoft YaHei"/>
              </a:defRPr>
            </a:pPr>
            <a:r>
              <a:t>从协议编解码到 UI 到移动端 FFI 都用 Rust，统一工具链、统一性能基线。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429768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例子：BEP 协议、MCP 协议、Agent loop 全部自己实现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Clarity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Microsoft YaHei"/>
              </a:defRPr>
            </a:pPr>
            <a:r>
              <a:t>本地 AI Agent 运行时：让同一个 AI 助手在手机、电脑、服务器上记住你是谁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548640"/>
            <a:ext cx="1005840" cy="347472"/>
          </a:xfrm>
          <a:prstGeom prst="roundRect">
            <a:avLst>
              <a:gd name="adj" fmla="val 8000"/>
            </a:avLst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5852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核心项目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E422B"/>
                </a:solidFill>
                <a:latin typeface="Microsoft YaHei"/>
              </a:defRPr>
            </a:pPr>
            <a:r>
              <a:t>我解决的问题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Microsoft YaHei"/>
              </a:defRPr>
            </a:pPr>
            <a:r>
              <a:t>现有的 AI 助手换个设备启动就记不住你，角色设定也会断。我想让同一个 AI 身份在不同设备上保持一致。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5943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400">
                <a:solidFill>
                  <a:srgbClr val="D1D5DB"/>
                </a:solidFill>
                <a:latin typeface="Microsoft YaHei"/>
              </a:defRPr>
            </a:pPr>
            <a:r>
              <a:t>• 把 AI 身份拆成四层：身份认同、人格配置、记忆图谱、设备分身</a:t>
            </a:r>
          </a:p>
          <a:p>
            <a:pPr>
              <a:spcAft>
                <a:spcPts val="960"/>
              </a:spcAft>
              <a:defRPr sz="1400">
                <a:solidFill>
                  <a:srgbClr val="D1D5DB"/>
                </a:solidFill>
                <a:latin typeface="Microsoft YaHei"/>
              </a:defRPr>
            </a:pPr>
            <a:r>
              <a:t>• 每个设备分身本地自治，断网也能继续工作</a:t>
            </a:r>
          </a:p>
          <a:p>
            <a:pPr>
              <a:spcAft>
                <a:spcPts val="960"/>
              </a:spcAft>
              <a:defRPr sz="1400">
                <a:solidFill>
                  <a:srgbClr val="D1D5DB"/>
                </a:solidFill>
                <a:latin typeface="Microsoft YaHei"/>
              </a:defRPr>
            </a:pPr>
            <a:r>
              <a:t>• 重连后只同步脱敏后的记忆增量，原始隐私数据不上云</a:t>
            </a:r>
          </a:p>
          <a:p>
            <a:pPr>
              <a:spcAft>
                <a:spcPts val="960"/>
              </a:spcAft>
              <a:defRPr sz="1400">
                <a:solidFill>
                  <a:srgbClr val="D1D5DB"/>
                </a:solidFill>
                <a:latin typeface="Microsoft YaHei"/>
              </a:defRPr>
            </a:pPr>
            <a:r>
              <a:t>• 同一个身份可以跑不同模型：云端大模型、本地小模型、移动端模型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9260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CE422B"/>
                </a:solidFill>
                <a:latin typeface="Microsoft YaHei"/>
              </a:defRPr>
            </a:pPr>
            <a:r>
              <a:t>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3611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Microsoft YaHei"/>
              </a:defRPr>
            </a:pPr>
            <a:r>
              <a:t>workspace crates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43891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CE422B"/>
                </a:solidFill>
                <a:latin typeface="Microsoft YaHei"/>
              </a:defRPr>
            </a:pPr>
            <a:r>
              <a:t>152K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5074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Microsoft YaHei"/>
              </a:defRPr>
            </a:pPr>
            <a:r>
              <a:t>行 Rust 代码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5349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LOC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9260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CE422B"/>
                </a:solidFill>
                <a:latin typeface="Microsoft YaHei"/>
              </a:defRPr>
            </a:pPr>
            <a:r>
              <a:t>1,243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3611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Microsoft YaHei"/>
              </a:defRPr>
            </a:pPr>
            <a:r>
              <a:t>测试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43891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CE422B"/>
                </a:solidFill>
                <a:latin typeface="Microsoft YaHei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5074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Microsoft YaHei"/>
              </a:defRPr>
            </a:pPr>
            <a:r>
              <a:t>生产 panic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syncthing-rust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Microsoft YaHei"/>
              </a:defRPr>
            </a:pPr>
            <a:r>
              <a:t>用 Rust 重写 Syncthing：让多台设备直接同步文件，不需要云盘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E422B"/>
                </a:solidFill>
                <a:latin typeface="Microsoft YaHei"/>
              </a:defRPr>
            </a:pPr>
            <a:r>
              <a:t>我解决的问题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Microsoft YaHei"/>
              </a:defRPr>
            </a:pPr>
            <a:r>
              <a:t>我想验证自己能不能从零实现一个复杂的分布式协议，并且和官方 Go 版真正互通。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39"/>
              </a:spcAft>
              <a:defRPr sz="1400">
                <a:solidFill>
                  <a:srgbClr val="D1D5DB"/>
                </a:solidFill>
                <a:latin typeface="Microsoft YaHei"/>
              </a:defRPr>
            </a:pPr>
            <a:r>
              <a:t>• 用 prost 实现 BEP 协议 Protobuf 编解码，用 rustls 做 TLS 1.3 传输</a:t>
            </a:r>
          </a:p>
          <a:p>
            <a:pPr>
              <a:spcAft>
                <a:spcPts val="839"/>
              </a:spcAft>
              <a:defRPr sz="1400">
                <a:solidFill>
                  <a:srgbClr val="D1D5DB"/>
                </a:solidFill>
                <a:latin typeface="Microsoft YaHei"/>
              </a:defRPr>
            </a:pPr>
            <a:r>
              <a:t>• 实现 UDP 本地广播、STUN、UPnP、Relay 四种 NAT 穿透方式</a:t>
            </a:r>
          </a:p>
          <a:p>
            <a:pPr>
              <a:spcAft>
                <a:spcPts val="839"/>
              </a:spcAft>
              <a:defRPr sz="1400">
                <a:solidFill>
                  <a:srgbClr val="D1D5DB"/>
                </a:solidFill>
                <a:latin typeface="Microsoft YaHei"/>
              </a:defRPr>
            </a:pPr>
            <a:r>
              <a:t>• 块级增量同步：只传变更的块，不是整个文件</a:t>
            </a:r>
          </a:p>
          <a:p>
            <a:pPr>
              <a:spcAft>
                <a:spcPts val="839"/>
              </a:spcAft>
              <a:defRPr sz="1400">
                <a:solidFill>
                  <a:srgbClr val="D1D5DB"/>
                </a:solidFill>
                <a:latin typeface="Microsoft YaHei"/>
              </a:defRPr>
            </a:pPr>
            <a:r>
              <a:t>• 和官方 Go 版 Syncthing 做了 wire_compat 集成测试，验证线路格式兼容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E422B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crates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5303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E422B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5806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binaries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5303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E422B"/>
                </a:solidFill>
                <a:latin typeface="Microsoft YaHei"/>
              </a:defRPr>
            </a:pPr>
            <a:r>
              <a:t>59K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5806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LOC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5303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E422B"/>
                </a:solidFill>
                <a:latin typeface="Microsoft YaHei"/>
              </a:defRPr>
            </a:pPr>
            <a:r>
              <a:t>~12MB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5806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单二进制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5303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E422B"/>
                </a:solidFill>
                <a:latin typeface="Microsoft YaHei"/>
              </a:defRPr>
            </a:pPr>
            <a:r>
              <a:t>170MB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5806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稳定内存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devbase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Microsoft YaHei"/>
              </a:defRPr>
            </a:pPr>
            <a:r>
              <a:t>开发者知识库：把 Git 仓库、笔记、脚本整理成 AI 能直接用的上下文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E422B"/>
                </a:solidFill>
                <a:latin typeface="Microsoft YaHei"/>
              </a:defRPr>
            </a:pPr>
            <a:r>
              <a:t>我解决的问题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Microsoft YaHei"/>
              </a:defRPr>
            </a:pPr>
            <a:r>
              <a:t>AI 客户端每次只能拿到当前文件内容，看不到项目历史、笔记、工作流。我想把整个工作空间变成 AI 能推理的结构化上下文。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3154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1. 解析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7947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tree-sitter 解析多语言 AST，提取代码符号和关系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01752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3154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2. 索引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7947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Tantivy 做全文搜索，SQLite 存 embedding 和图关系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301752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9" y="3154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3. 编排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37947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YAML DAG 工作流把 Skill、子工作流、并行、判断串起来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778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CE422B"/>
                </a:solidFill>
                <a:latin typeface="Microsoft YaHei"/>
              </a:defRPr>
            </a:pPr>
            <a:r>
              <a:t>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263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Microsoft YaHei"/>
              </a:defRPr>
            </a:pPr>
            <a:r>
              <a:t>MCP 工具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5778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CE422B"/>
                </a:solidFill>
                <a:latin typeface="Microsoft YaHei"/>
              </a:defRPr>
            </a:pPr>
            <a:r>
              <a:t>56K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6263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Microsoft YaHei"/>
              </a:defRPr>
            </a:pPr>
            <a:r>
              <a:t>LOC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5778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CE422B"/>
                </a:solidFill>
                <a:latin typeface="Microsoft YaHei"/>
              </a:defRPr>
            </a:pPr>
            <a:r>
              <a:t>8.7MB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6263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Microsoft YaHei"/>
              </a:defRPr>
            </a:pPr>
            <a:r>
              <a:t>单二进制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三个项目是怎么连起来的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3200400" cy="3810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291840" cy="1463040"/>
          </a:xfrm>
          <a:prstGeom prst="roundRect">
            <a:avLst>
              <a:gd name="adj" fmla="val 8000"/>
            </a:avLst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24027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Clarity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97479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AI Agent 运行时</a:t>
            </a:r>
            <a:br/>
            <a:r>
              <a:t>管理人格、记忆、工具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03120"/>
            <a:ext cx="3291840" cy="146304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24027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syncthing-rust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697479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P2P 同步协议</a:t>
            </a:r>
            <a:br/>
            <a:r>
              <a:t>同步文件和数据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03120"/>
            <a:ext cx="3291840" cy="146304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224027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devbase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2697479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开发者知识库</a:t>
            </a:r>
            <a:br/>
            <a:r>
              <a:t>整理代码、笔记、工作流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2788920"/>
            <a:ext cx="365760" cy="254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26679" y="2788920"/>
            <a:ext cx="365760" cy="254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02336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D1D5DB"/>
                </a:solidFill>
                <a:latin typeface="Microsoft YaHei"/>
              </a:defRPr>
            </a:pPr>
            <a:r>
              <a:t>• devbase 用 syncthing-rust 做工作空间的 P2P 同步</a:t>
            </a:r>
          </a:p>
          <a:p>
            <a:pPr>
              <a:spcAft>
                <a:spcPts val="1200"/>
              </a:spcAft>
              <a:defRPr sz="1600">
                <a:solidFill>
                  <a:srgbClr val="D1D5DB"/>
                </a:solidFill>
                <a:latin typeface="Microsoft YaHei"/>
              </a:defRPr>
            </a:pPr>
            <a:r>
              <a:t>• Clarity 和 devbase 都用 MCP 协议暴露工具，AI 客户端调用方式一致</a:t>
            </a:r>
          </a:p>
          <a:p>
            <a:pPr>
              <a:spcAft>
                <a:spcPts val="1200"/>
              </a:spcAft>
              <a:defRPr sz="1600">
                <a:solidFill>
                  <a:srgbClr val="D1D5DB"/>
                </a:solidFill>
                <a:latin typeface="Microsoft YaHei"/>
              </a:defRPr>
            </a:pPr>
            <a:r>
              <a:t>• 三个项目共享同一套工程基线：SQLite 内嵌、零外部依赖、生产代码零 panic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研究经历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371600" cy="3810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检索增强生成中输出结构的实证研究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B82F6"/>
                </a:solidFill>
                <a:latin typeface="Microsoft YaHei"/>
              </a:defRPr>
            </a:pPr>
            <a:r>
              <a:t>github.com/juice094/acr-select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1D5DB"/>
                </a:solidFill>
                <a:latin typeface="Microsoft YaHei"/>
              </a:defRPr>
            </a:pPr>
            <a:r>
              <a:t>我在做 RAG 系统时发现，输出格式（JSON、Markdown、自然语言）会明显影响生成质量。但现有研究大多只关注检索准确率，很少系统性地验证这个交互效应。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1D5DB"/>
                </a:solidFill>
                <a:latin typeface="Microsoft YaHei"/>
              </a:defRPr>
            </a:pPr>
            <a:r>
              <a:t>我设计了一套多因子受控实验，固定检索内容，只改变输出格式和检索深度，观察模型输出质量的变化。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E422B"/>
                </a:solidFill>
                <a:latin typeface="Microsoft YaHei"/>
              </a:defRPr>
            </a:pPr>
            <a: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97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实验条件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502920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52120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E422B"/>
                </a:solidFill>
                <a:latin typeface="Microsoft YaHei"/>
              </a:defRPr>
            </a:pPr>
            <a:r>
              <a:t>3000+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5897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样本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02920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52120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E422B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897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模型架构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502920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52120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E422B"/>
                </a:solidFill>
                <a:latin typeface="Microsoft YaHei"/>
              </a:defRPr>
            </a:pPr>
            <a:r>
              <a:t>论文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5897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撰写中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认证与其他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3810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D1D5DB"/>
                </a:solidFill>
                <a:latin typeface="Microsoft YaHei"/>
              </a:defRPr>
            </a:pPr>
            <a:r>
              <a:t>• AI 应用工程师（中级）— 工业和信息化部认证</a:t>
            </a:r>
          </a:p>
          <a:p>
            <a:pPr>
              <a:spcAft>
                <a:spcPts val="1200"/>
              </a:spcAft>
              <a:defRPr sz="1800">
                <a:solidFill>
                  <a:srgbClr val="D1D5DB"/>
                </a:solidFill>
                <a:latin typeface="Microsoft YaHei"/>
              </a:defRPr>
            </a:pPr>
            <a:r>
              <a:t>• 日语专业四级（CJT-4）· 大学英语四级（CET-4）</a:t>
            </a:r>
          </a:p>
          <a:p>
            <a:pPr>
              <a:spcAft>
                <a:spcPts val="1200"/>
              </a:spcAft>
              <a:defRPr sz="1800">
                <a:solidFill>
                  <a:srgbClr val="D1D5DB"/>
                </a:solidFill>
                <a:latin typeface="Microsoft YaHei"/>
              </a:defRPr>
            </a:pPr>
            <a:r>
              <a:t>• 到岗时间：2026.07；可实习 3–6 个月，每周 5 天</a:t>
            </a:r>
          </a:p>
          <a:p>
            <a:pPr>
              <a:spcAft>
                <a:spcPts val="1200"/>
              </a:spcAft>
              <a:defRPr sz="1800">
                <a:solidFill>
                  <a:srgbClr val="D1D5DB"/>
                </a:solidFill>
                <a:latin typeface="Microsoft YaHei"/>
              </a:defRPr>
            </a:pPr>
            <a:r>
              <a:t>• 有公网部署经验：Clarity 前端在 Vercel，syncthing-rust 节点在日本 VPS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期待加入你的团队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83464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E422B"/>
                </a:solidFill>
                <a:latin typeface="Microsoft YaHei"/>
              </a:defRPr>
            </a:pPr>
            <a:r>
              <a:t>一起做扎实的 AI Agent 基础设施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794760"/>
            <a:ext cx="3047695" cy="127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2062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Microsoft YaHei"/>
              </a:defRPr>
            </a:pPr>
            <a:r>
              <a:t>到岗时间：2026.07  ·  可实习 3–6 个月，每周 5 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1D5DB"/>
                </a:solidFill>
                <a:latin typeface="Microsoft YaHei"/>
              </a:defRPr>
            </a:pPr>
            <a:r>
              <a:t>13626566112  ·  2241470466@qq.com  ·  github.com/juice094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