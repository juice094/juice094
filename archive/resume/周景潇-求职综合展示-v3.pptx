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880000">
            <a:off x="9875520" y="-457200"/>
            <a:ext cx="2743200" cy="256032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周景潇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998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Agent 开发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063240"/>
            <a:ext cx="1097280" cy="347472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099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后端系统开发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063240"/>
            <a:ext cx="1234440" cy="347472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09981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智能体平台研发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AF"/>
                </a:solidFill>
                <a:latin typeface="Microsoft YaHei"/>
              </a:defRPr>
            </a:pPr>
            <a:r>
              <a:t>用 Rust 构建本地优先、零外部依赖的 AI Agent 基础设施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80"/>
            <a:ext cx="7315200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Microsoft YaHei"/>
              </a:defRPr>
            </a:pPr>
            <a:r>
              <a:t>甘肃农业大学 · 数据科学与大数据技术 · 本科 2027 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13626566112  ·  2241470466@qq.com  ·  github.com/juice094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我是谁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1D5DB"/>
                </a:solidFill>
                <a:latin typeface="Microsoft YaHei"/>
              </a:defRPr>
            </a:pPr>
            <a:r>
              <a:t>我不是在写‘又一个本地大模型客户端’，而是在构建让 AI 身份能够跨设备、跨模型、跨网络边界保持连续的分布式基础设施。</a:t>
            </a:r>
            <a:br/>
            <a:br/>
            <a:r>
              <a:t>三个独立 Rust 系统、40+ workspace crate、全绿测试、零生产 panic，工程上坚持：本地优先 · 零外部依赖 · 纯 Rust 全栈。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系统级项目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606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production-grade Rust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200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workspace crates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生产 panic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unwrap / expect / panic free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本地优先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用户数据不强制上云，推理和记忆发生在设备本地，隐私可控。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0233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例如：Clarity SQLite 记忆 · devbase 本地 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零外部依赖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部署步骤最小化，单二进制分发，避免 Python/Node/向量数据库依赖。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0233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例如：devbase 4→1 部署步骤 · Clarity cargo install 即运行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纯 Rust 全栈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377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从协议编解码到 UI 到移动端 FFI 全用 Rust，统一工具链和性能基线。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40233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例如：BEP 协议 · MCP 协议 · Agent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面向具身智能的本地优先分布式人格连续运行时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548640"/>
            <a:ext cx="1005840" cy="347472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5852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现有 AI 助手在不同终端启动时会面临上下文隔离、角色断裂、跨日连续性问题。Clarity 让同一个 AI 身份在不同模型、设备、网络边界之间保持人格、记忆和社会关系一致。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906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身份认同：我是谁、价值观、社会关系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84448"/>
            <a:ext cx="365760" cy="365760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0273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844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Personality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人格配置：语气、风格、伦理边界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25696"/>
            <a:ext cx="365760" cy="365760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43983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256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Memory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记忆图谱：事实、情感、关系、项目上下文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66944"/>
            <a:ext cx="365760" cy="365760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85231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669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Avatar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6144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分身实例：运行在具体设备上的模型实例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workspace crates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023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152K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行 Rust 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LOC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1,243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989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6263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零 Clippy 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74320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• ReAct + Plan 双模式</a:t>
            </a:r>
          </a:p>
          <a:p>
            <a:pPr>
              <a:spcAft>
                <a:spcPts val="839"/>
              </a:spcAft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• MCP 三传输</a:t>
            </a:r>
          </a:p>
          <a:p>
            <a:pPr>
              <a:spcAft>
                <a:spcPts val="839"/>
              </a:spcAft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• SQLite 向量 UDF</a:t>
            </a:r>
          </a:p>
          <a:p>
            <a:pPr>
              <a:spcAft>
                <a:spcPts val="839"/>
              </a:spcAft>
              <a:defRPr sz="1300">
                <a:solidFill>
                  <a:srgbClr val="9CA3AF"/>
                </a:solidFill>
                <a:latin typeface="Microsoft YaHei"/>
              </a:defRPr>
            </a:pPr>
            <a:r>
              <a:t>• ChaCha20-Poly1305 加密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syncthing-rust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与 Go 版 Syncthing wire-compatible 的 BEP 协议 Rust 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从零实现 Block Exchange Protocol，用 prost 做 Protobuf 编解码，rustls 实现 TLS 1.3 传输，和官方 Go 版真实互通。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协议层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BEP wire format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7432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传输层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TLS 1.3 + TCP/UDP + NAT 穿透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同步层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块级 delta 同步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74320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存储层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291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Block index + 版本归档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E422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crates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E422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binaries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E422B"/>
                </a:solidFill>
                <a:latin typeface="Microsoft YaHei"/>
              </a:defRPr>
            </a:pPr>
            <a:r>
              <a:t>59K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LOC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389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E422B"/>
                </a:solidFill>
                <a:latin typeface="Microsoft YaHei"/>
              </a:defRPr>
            </a:pPr>
            <a:r>
              <a:t>~12MB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static binary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多路径 NAT 穿透：UDP 广播 / STUN / UPnP / Relay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块级 delta 同步，只传变更块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Windows 句柄冲突退避 + 三路文本合并 + 版本归档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  <a:latin typeface="Microsoft YaHei"/>
              </a:defRPr>
            </a:pPr>
            <a:r>
              <a:t>• Tailscale 验证跨国组网稳定性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devbase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Developer Workspace Compiler — 把代码和笔记编译成 AI 能理解的上下文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像编译器把源码转成机器码一样，devbase 把分散的 Git 仓库、Markdown 笔记、Skill 脚本和 YAML 工作流，编译成结构化的代码上下文、知识记忆和 Agent 推理路径。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感知层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tree-sitter 多语言 AST</a:t>
            </a:r>
            <a:br/>
            <a:r>
              <a:t>代码符号解析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3566160"/>
            <a:ext cx="27432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知识层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429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SQLite 图存储</a:t>
            </a:r>
            <a:br/>
            <a:r>
              <a:t>BM25 + embedding 检索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566160"/>
            <a:ext cx="27432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27432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策略层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429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YAML DAG 工作流</a:t>
            </a:r>
            <a:br/>
            <a:r>
              <a:t>Skill 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workspace crates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MCP 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56K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LOC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5120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CE422B"/>
                </a:solidFill>
                <a:latin typeface="Microsoft YaHei"/>
              </a:defRPr>
            </a:pPr>
            <a:r>
              <a:t>8.7MB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D5DB"/>
                </a:solidFill>
                <a:latin typeface="Microsoft YaHei"/>
              </a:defRPr>
            </a:pPr>
            <a:r>
              <a:t>二进制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0807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Microsoft YaHei"/>
              </a:defRPr>
            </a:pPr>
            <a:r>
              <a:t>single static binary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三个项目如何互相支撑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7432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1645920"/>
          </a:xfrm>
          <a:prstGeom prst="roundRect">
            <a:avLst>
              <a:gd name="adj" fmla="val 8000"/>
            </a:avLst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AI Agent 运行时</a:t>
            </a:r>
            <a:br/>
            <a:r>
              <a:t>人格 · 记忆 · 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291840" cy="1645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423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syncthing-rust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880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P2P 同步协议</a:t>
            </a:r>
            <a:br/>
            <a:r>
              <a:t>文件 · 数据 · 发现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291840" cy="16459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423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devbase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880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工作空间编译器</a:t>
            </a:r>
            <a:br/>
            <a:r>
              <a:t>代码 · 笔记 · 工作流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3063240"/>
            <a:ext cx="36576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063240"/>
            <a:ext cx="365760" cy="254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1600">
                <a:solidFill>
                  <a:srgbClr val="D1D5DB"/>
                </a:solidFill>
                <a:latin typeface="Microsoft YaHei"/>
              </a:defRPr>
            </a:pPr>
            <a:r>
              <a:t>• devbase 复用 syncthing-rust → 实现 P2P workspace 同步</a:t>
            </a:r>
          </a:p>
          <a:p>
            <a:pPr>
              <a:spcAft>
                <a:spcPts val="839"/>
              </a:spcAft>
              <a:defRPr sz="1600">
                <a:solidFill>
                  <a:srgbClr val="D1D5DB"/>
                </a:solidFill>
                <a:latin typeface="Microsoft YaHei"/>
              </a:defRPr>
            </a:pPr>
            <a:r>
              <a:t>• Clarity 与 devbase 都基于 MCP 协议 → 统一工具调用标准</a:t>
            </a:r>
          </a:p>
          <a:p>
            <a:pPr>
              <a:spcAft>
                <a:spcPts val="839"/>
              </a:spcAft>
              <a:defRPr sz="1600">
                <a:solidFill>
                  <a:srgbClr val="D1D5DB"/>
                </a:solidFill>
                <a:latin typeface="Microsoft YaHei"/>
              </a:defRPr>
            </a:pPr>
            <a:r>
              <a:t>• 三个项目共享同一工程基线 → SQLite 内嵌 · 零外部依赖 · 纯 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研究经历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3716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检索增强生成中输出结构的实证研究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Microsoft YaHei"/>
              </a:defRPr>
            </a:pPr>
            <a:r>
              <a:t>github.com/juice094/acr-select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1D5DB"/>
                </a:solidFill>
                <a:latin typeface="Microsoft YaHei"/>
              </a:defRPr>
            </a:pPr>
            <a:r>
              <a:t>RAG 系统的输出质量不仅取决于检索准确性，还受输出格式（JSON / Markdown / 自然语言）与检索深度的交互影响。本研究设计多因子受控实验，量化评估这种交互效应。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实验条件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5720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800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3000+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样本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00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模型架构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5720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800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E422B"/>
                </a:solidFill>
                <a:latin typeface="Microsoft YaHei"/>
              </a:defRPr>
            </a:pPr>
            <a:r>
              <a:t>论文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撰写中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认证与其他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381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认证：AI 应用工程师（中级）— 工业和信息化部认证</a:t>
            </a:r>
          </a:p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语言：日语专业四级（CJT-4）· 大学英语四级（CET-4）</a:t>
            </a:r>
          </a:p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到岗时间：2026.07；可实习 3–6 个月，每周 5 天</a:t>
            </a:r>
          </a:p>
          <a:p>
            <a:pPr>
              <a:spcAft>
                <a:spcPts val="1200"/>
              </a:spcAft>
              <a:defRPr sz="1800">
                <a:solidFill>
                  <a:srgbClr val="D1D5DB"/>
                </a:solidFill>
                <a:latin typeface="Microsoft YaHei"/>
              </a:defRPr>
            </a:pPr>
            <a:r>
              <a:t>• 公网可访问：Clarity Web 前端（Vercel）、syncthing-rust P2P 节点（日本 VPS）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期待与你一起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E422B"/>
                </a:solidFill>
                <a:latin typeface="Microsoft YaHei"/>
              </a:defRPr>
            </a:pPr>
            <a:r>
              <a:t>构建下一代 AI Agent 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7695" cy="127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到岗时间：2026.07  ·  可实习 3–6 个月，每周 5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1D5DB"/>
                </a:solidFill>
                <a:latin typeface="Microsoft YaHei"/>
              </a:defRPr>
            </a:pPr>
            <a:r>
              <a:t>13626566112  ·  2241470466@qq.com  ·  github.com/juice094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